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.xml.rels" ContentType="application/vnd.openxmlformats-package.relationships+xml"/>
  <Override PartName="/ppt/slideLayouts/slideLayout1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media/image1.jpeg" ContentType="image/jpeg"/>
  <Override PartName="/ppt/media/image2.png" ContentType="image/png"/>
  <Override PartName="/ppt/media/image3.jpeg" ContentType="image/jpeg"/>
  <Override PartName="/ppt/media/image6.png" ContentType="image/png"/>
  <Override PartName="/ppt/media/image4.jpeg" ContentType="image/jpeg"/>
  <Override PartName="/ppt/media/image5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CDB4E59-F92E-44A4-A9CD-8BF1F7A133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BED3F5-0ABC-4BA6-8FC4-4B741BD5EC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A3BD3B-02A6-4D22-A149-B40082234D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4DEFCD2-FB75-4A57-BB2B-6A07F984C8B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F649DC-5A5F-43C9-B3BF-6CB9840F1B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19373C-BCCA-40DF-868B-7C4B22A5FA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943F487-E925-49AD-BDD3-134154BC10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0B09F51-F678-4B25-B4C2-359F4D59B9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71145F5-8BAE-40B5-BF43-60095B64B3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8466FA0-0E2D-4F4B-900F-A28BD362CCF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C721D0F-ACAB-440E-A06C-C134E3F12B8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23829F-9F08-484A-897C-C8C5BF1E774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7AC372C-703C-463C-8BA7-1E143F62A1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31FF42A-57A4-4B59-B64D-54E1C846AC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2B60B71-CBE5-44A7-AB2F-83A0289F6C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AF39AEA-2C13-4A73-8CF7-43AC18A9C2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C4BEB21-C85E-40AC-8584-5BF33CE8CF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94D2C97-042E-4B0F-A4A6-399B533DF7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4E7D66A-1FAC-4DAF-ABBC-429115A720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9D2732B-C2FA-4ADF-A097-C79521C94C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6C4B5A4-E5A9-440A-A6E1-3A06F446BF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6309780-32AD-46D0-96EA-1B992EADF3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60ACBCF-501E-420E-AC96-9952EAFF47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2C19E4A-C042-4E75-A5A5-2A203E6464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indent="0" algn="ctr">
              <a:lnSpc>
                <a:spcPct val="90000"/>
              </a:lnSpc>
              <a:buNone/>
            </a:pPr>
            <a:r>
              <a:rPr b="0" lang="ru-RU" sz="6000" spc="-1" strike="noStrike">
                <a:solidFill>
                  <a:srgbClr val="000000"/>
                </a:solidFill>
                <a:latin typeface="Calibri Light"/>
              </a:rPr>
              <a:t>Образец </a:t>
            </a:r>
            <a:r>
              <a:rPr b="0" lang="ru-RU" sz="6000" spc="-1" strike="noStrike">
                <a:solidFill>
                  <a:srgbClr val="000000"/>
                </a:solidFill>
                <a:latin typeface="Calibri Light"/>
              </a:rPr>
              <a:t>заголовк</a:t>
            </a:r>
            <a:r>
              <a:rPr b="0" lang="ru-RU" sz="6000" spc="-1" strike="noStrike">
                <a:solidFill>
                  <a:srgbClr val="000000"/>
                </a:solidFill>
                <a:latin typeface="Calibri Light"/>
              </a:rPr>
              <a:t>а</a:t>
            </a:r>
            <a:endParaRPr b="0" lang="ru-RU" sz="6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8b8b8b"/>
                </a:solidFill>
                <a:latin typeface="Calibri"/>
              </a:rPr>
              <a:t> 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DF0110E-2732-448E-90B5-1E182A40D805}" type="slidenum">
              <a:rPr b="0" lang="ru-RU" sz="1200" spc="-1" strike="noStrike">
                <a:solidFill>
                  <a:srgbClr val="8b8b8b"/>
                </a:solidFill>
                <a:latin typeface="Calibri"/>
              </a:rPr>
              <a:t>6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pc="-1" strike="noStrike">
                <a:solidFill>
                  <a:srgbClr val="000000"/>
                </a:solidFill>
                <a:latin typeface="Calibri"/>
              </a:rPr>
              <a:t>Для правки </a:t>
            </a:r>
            <a:r>
              <a:rPr b="0" lang="ru-RU" sz="2800" spc="-1" strike="noStrike">
                <a:solidFill>
                  <a:srgbClr val="000000"/>
                </a:solidFill>
                <a:latin typeface="Calibri"/>
              </a:rPr>
              <a:t>структуры </a:t>
            </a:r>
            <a:r>
              <a:rPr b="0" lang="ru-RU" sz="2800" spc="-1" strike="noStrike">
                <a:solidFill>
                  <a:srgbClr val="000000"/>
                </a:solidFill>
                <a:latin typeface="Calibri"/>
              </a:rPr>
              <a:t>щёлкните </a:t>
            </a:r>
            <a:r>
              <a:rPr b="0" lang="ru-RU" sz="2800" spc="-1" strike="noStrike">
                <a:solidFill>
                  <a:srgbClr val="000000"/>
                </a:solidFill>
                <a:latin typeface="Calibri"/>
              </a:rPr>
              <a:t>мышью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Второй уровень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структуры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Третий уровень </a:t>
            </a: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структуры</a:t>
            </a: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Четвёртый </a:t>
            </a: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уровень </a:t>
            </a: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структуры</a:t>
            </a: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Пятый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уровень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структу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ры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Шес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той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уров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ень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стру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ктур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С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е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д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ь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м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о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й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у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р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о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в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е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н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ь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с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т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р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у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к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т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у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р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rgbClr val="000000"/>
                </a:solidFill>
                <a:latin typeface="Calibri"/>
              </a:rPr>
              <a:t>Образец текста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rgbClr val="000000"/>
                </a:solidFill>
                <a:latin typeface="Calibri"/>
              </a:rPr>
              <a:t>Второй уровень</a:t>
            </a:r>
            <a:endParaRPr b="0" lang="ru-RU" sz="2400" spc="-1" strike="noStrike">
              <a:solidFill>
                <a:srgbClr val="000000"/>
              </a:solidFill>
              <a:latin typeface="Calibri"/>
            </a:endParaRPr>
          </a:p>
          <a:p>
            <a:pPr lvl="2" marL="11430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Третий уровень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  <a:p>
            <a:pPr lvl="3" marL="16002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Четвертый уровень</a:t>
            </a: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  <a:p>
            <a:pPr lvl="4" marL="20574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Пятый уровень</a:t>
            </a: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8b8b8b"/>
                </a:solidFill>
                <a:latin typeface="Calibri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818BCE-DEF8-47C9-859A-FFADDDC6BFDF}" type="slidenum">
              <a:rPr b="0" lang="ru-RU" sz="12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Рисунок 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3815640" y="-241200"/>
            <a:ext cx="8240400" cy="20880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indent="0" algn="r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rgbClr val="c00000"/>
                </a:solidFill>
                <a:latin typeface="Bahnschrift Condensed"/>
              </a:rPr>
              <a:t>Time's Ticking: Apocalypse Edition</a:t>
            </a:r>
            <a:endParaRPr b="0" lang="ru-RU" sz="6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2986920" y="596268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indent="0" algn="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rgbClr val="c00000"/>
                </a:solidFill>
                <a:latin typeface="Bahnschrift Condensed"/>
              </a:rPr>
              <a:t>Федор Макаров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algn="r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rgbClr val="c00000"/>
                </a:solidFill>
                <a:latin typeface="Bahnschrift Condensed"/>
              </a:rPr>
              <a:t>Тим Ганькин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Рисунок 3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0800"/>
          </a:xfrm>
          <a:prstGeom prst="rect">
            <a:avLst/>
          </a:prstGeom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40000" y="234000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1" lang="ru-RU" sz="4400" spc="-1" strike="noStrike">
                <a:solidFill>
                  <a:srgbClr val="c00000"/>
                </a:solidFill>
                <a:latin typeface="Bahnschrift Condensed"/>
              </a:rPr>
              <a:t>Сюжет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64760" y="3759120"/>
            <a:ext cx="10515240" cy="21808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rgbClr val="c00000"/>
                </a:solidFill>
                <a:latin typeface="Bahnschrift Condensed"/>
              </a:rPr>
              <a:t>В результате катастрофы человечество оказалось на грани вымирания. Опустошенные города и заброшенные улицы стали домом для ужасных существ, которые охотятся на оставшихся в живых. Главный герой — смелый искатель приключений, который должен противостоять не только физическим угрозам, но и внутренним демонам.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3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1" lang="ru-RU" sz="4400" spc="-1" strike="noStrike">
                <a:solidFill>
                  <a:srgbClr val="c00000"/>
                </a:solidFill>
                <a:latin typeface="Bahnschrift Condensed"/>
              </a:rPr>
              <a:t>Игровой процесс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859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8000"/>
          </a:bodyPr>
          <a:p>
            <a:pPr marL="200880" indent="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rgbClr val="9a0000"/>
                </a:solidFill>
                <a:latin typeface="Bahnschrift Condensed"/>
              </a:rPr>
              <a:t>Игроку предстоит управлять движениями главного героя, избегая встреч с агрессивными монстрами, которые появляются в случайных местах карты. Каждый раз, когда герой сталкивается с монстром, он умирает.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marL="200880" indent="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rgbClr val="9a0000"/>
                </a:solidFill>
                <a:latin typeface="Bahnschrift Condensed"/>
              </a:rPr>
              <a:t>При прохождении комнаты, игроку начисляется очки опыта, которыми он может соревноваться с другими игроками. 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marL="200880" indent="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rgbClr val="9a0000"/>
                </a:solidFill>
                <a:latin typeface="Bahnschrift Condensed"/>
              </a:rPr>
              <a:t>Избегайте преследования: Монстры, спавнящиеся в разных частях карты, активируются при приближении героя, создавая напряженную и динамичную игровую атмосферу.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Рисунок 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60000" y="2880000"/>
            <a:ext cx="426276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ru-RU" sz="4400" spc="-1" strike="noStrike">
                <a:solidFill>
                  <a:srgbClr val="c00000"/>
                </a:solidFill>
                <a:latin typeface="Bahnschrift Condensed"/>
              </a:rPr>
              <a:t>Цель игры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104760" y="4500000"/>
            <a:ext cx="10515240" cy="2272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rgbClr val="c00000"/>
                </a:solidFill>
                <a:latin typeface="Bahnschrift Condensed"/>
              </a:rPr>
              <a:t>Смекалка: Цель игры — пройти как можно больше комнат, уклоняясь от опасности.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rgbClr val="c00000"/>
                </a:solidFill>
                <a:latin typeface="Bahnschrift Condensed"/>
              </a:rPr>
              <a:t>Погрузитесь в мир, где каждый уголок наполнен атмосферой опасности и неизведанности.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004760" y="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ru-RU" sz="4400" spc="-1" strike="noStrike">
                <a:solidFill>
                  <a:srgbClr val="c00000"/>
                </a:solidFill>
                <a:latin typeface="Bahnschrift Condensed"/>
              </a:rPr>
              <a:t>Заключение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900000" y="1080000"/>
            <a:ext cx="345780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c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rgbClr val="c00000"/>
                </a:solidFill>
                <a:latin typeface="Calibri"/>
              </a:rPr>
              <a:t>"Time's Ticking: Apocalypse Edition" — это не просто игра, а испытание, где каждый выбор может стать решающим. Готовы ли вы к борьбе за выживание в этом беспощадном мире?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96" name="Рисунок 4" descr=""/>
          <p:cNvPicPr/>
          <p:nvPr/>
        </p:nvPicPr>
        <p:blipFill>
          <a:blip r:embed="rId1"/>
          <a:stretch/>
        </p:blipFill>
        <p:spPr>
          <a:xfrm>
            <a:off x="5334120" y="0"/>
            <a:ext cx="685764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1046160" y="577080"/>
            <a:ext cx="6333840" cy="3742920"/>
          </a:xfrm>
          <a:prstGeom prst="rect">
            <a:avLst/>
          </a:prstGeom>
          <a:ln w="0">
            <a:noFill/>
          </a:ln>
        </p:spPr>
      </p:pic>
      <p:sp>
        <p:nvSpPr>
          <p:cNvPr id="98" name=""/>
          <p:cNvSpPr/>
          <p:nvPr/>
        </p:nvSpPr>
        <p:spPr>
          <a:xfrm>
            <a:off x="0" y="0"/>
            <a:ext cx="12192120" cy="70200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/>
            <a:endParaRPr b="1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9" name="" descr=""/>
          <p:cNvPicPr/>
          <p:nvPr/>
        </p:nvPicPr>
        <p:blipFill>
          <a:blip r:embed="rId2"/>
          <a:stretch/>
        </p:blipFill>
        <p:spPr>
          <a:xfrm>
            <a:off x="6702120" y="3240000"/>
            <a:ext cx="5177880" cy="3060000"/>
          </a:xfrm>
          <a:prstGeom prst="rect">
            <a:avLst/>
          </a:prstGeom>
          <a:ln w="0">
            <a:noFill/>
          </a:ln>
        </p:spPr>
      </p:pic>
      <p:pic>
        <p:nvPicPr>
          <p:cNvPr id="100" name="" descr=""/>
          <p:cNvPicPr/>
          <p:nvPr/>
        </p:nvPicPr>
        <p:blipFill>
          <a:blip r:embed="rId3"/>
          <a:stretch/>
        </p:blipFill>
        <p:spPr>
          <a:xfrm>
            <a:off x="1004760" y="7560"/>
            <a:ext cx="3495240" cy="2152440"/>
          </a:xfrm>
          <a:prstGeom prst="rect">
            <a:avLst/>
          </a:prstGeom>
          <a:ln w="0">
            <a:noFill/>
          </a:ln>
        </p:spPr>
      </p:pic>
      <p:sp>
        <p:nvSpPr>
          <p:cNvPr id="101" name=""/>
          <p:cNvSpPr/>
          <p:nvPr/>
        </p:nvSpPr>
        <p:spPr>
          <a:xfrm>
            <a:off x="6480000" y="720000"/>
            <a:ext cx="3960000" cy="16200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/>
            <a:r>
              <a:rPr b="1" lang="ru-RU" sz="2400" spc="-1" strike="noStrike">
                <a:solidFill>
                  <a:srgbClr val="ffffff"/>
                </a:solidFill>
                <a:latin typeface="Arial"/>
              </a:rPr>
              <a:t>Графическая визуализация игры</a:t>
            </a:r>
            <a:endParaRPr b="1" lang="ru-RU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Application>LibreOffice/7.5.9.2$Linux_X86_64 LibreOffice_project/50$Build-2</Application>
  <AppVersion>15.0000</AppVersion>
  <Words>230</Words>
  <Paragraphs>14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2025-02-03T14:53:34Z</dcterms:created>
  <dc:creator>User</dc:creator>
  <dc:description/>
  <dc:language>ru-RU</dc:language>
  <cp:lastModifiedBy/>
  <dcterms:modified xsi:type="dcterms:W3CDTF">2025-02-28T16:50:34Z</dcterms:modified>
  <cp:revision>5</cp:revision>
  <dc:subject/>
  <dc:title>Time's Ticking: Apocalypse Edition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5</vt:i4>
  </property>
</Properties>
</file>