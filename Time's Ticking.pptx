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89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67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53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2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69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99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77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73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66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788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89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B31C6-A6A9-4175-9D32-1B9F43B8670F}" type="datetimeFigureOut">
              <a:rPr lang="ru-RU" smtClean="0"/>
              <a:t>03.02.2025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B0C72-41D1-4016-B23D-4B3760E7D8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89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15542" y="-241069"/>
            <a:ext cx="8240684" cy="2088486"/>
          </a:xfrm>
        </p:spPr>
        <p:txBody>
          <a:bodyPr/>
          <a:lstStyle/>
          <a:p>
            <a:pPr algn="r"/>
            <a:r>
              <a:rPr lang="en-US" dirty="0">
                <a:solidFill>
                  <a:srgbClr val="C00000"/>
                </a:solidFill>
                <a:latin typeface="Bahnschrift Condensed" panose="020B0502040204020203" pitchFamily="34" charset="0"/>
              </a:rPr>
              <a:t>Time's Ticking: Apocalypse Edition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987040" y="5962852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Федор Макаров</a:t>
            </a:r>
          </a:p>
          <a:p>
            <a:pPr algn="r"/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Тим </a:t>
            </a:r>
            <a:r>
              <a:rPr lang="ru-RU" dirty="0" err="1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Ганькин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8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130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6185" y="3092011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Сюжет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746" y="4543886"/>
            <a:ext cx="10515600" cy="2181110"/>
          </a:xfrm>
        </p:spPr>
        <p:txBody>
          <a:bodyPr/>
          <a:lstStyle/>
          <a:p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В результате катастрофы человечество оказалось на грани вымирания. Опустошенные города и заброшенные улицы стали домом для ужасных существ, которые охотятся на оставшихся в живых. Главный герой — смелый искатель приключений, который должен противостоять не только физическим угрозам, но и внутренним демонам</a:t>
            </a:r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.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87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Игровой </a:t>
            </a:r>
            <a:r>
              <a:rPr lang="ru-RU" b="1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процесс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6028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9A0000"/>
                </a:solidFill>
                <a:latin typeface="Bahnschrift Condensed" panose="020B0502040204020203" pitchFamily="34" charset="0"/>
              </a:rPr>
              <a:t>Игроку предстоит управлять движениями главного героя, избегая встреч с агрессивными монстрами, которые появляются в случайных местах карты. Каждый раз, когда герой сталкивается с монстром, он умирает. На пути разбросаны блестящие монетки, каждая из которых добавляет секунды к времени жизни</a:t>
            </a:r>
            <a:r>
              <a:rPr lang="ru-RU" dirty="0" smtClean="0">
                <a:solidFill>
                  <a:srgbClr val="9A0000"/>
                </a:solidFill>
                <a:latin typeface="Bahnschrift Condensed" panose="020B0502040204020203" pitchFamily="34" charset="0"/>
              </a:rPr>
              <a:t>.</a:t>
            </a:r>
          </a:p>
          <a:p>
            <a:r>
              <a:rPr lang="ru-RU" dirty="0">
                <a:solidFill>
                  <a:srgbClr val="9A0000"/>
                </a:solidFill>
                <a:latin typeface="Bahnschrift Condensed" panose="020B0502040204020203" pitchFamily="34" charset="0"/>
              </a:rPr>
              <a:t>Собирайте </a:t>
            </a:r>
            <a:r>
              <a:rPr lang="ru-RU" dirty="0" smtClean="0">
                <a:solidFill>
                  <a:srgbClr val="9A0000"/>
                </a:solidFill>
                <a:latin typeface="Bahnschrift Condensed" panose="020B0502040204020203" pitchFamily="34" charset="0"/>
              </a:rPr>
              <a:t>монетки: Каждый </a:t>
            </a:r>
            <a:r>
              <a:rPr lang="ru-RU" dirty="0">
                <a:solidFill>
                  <a:srgbClr val="9A0000"/>
                </a:solidFill>
                <a:latin typeface="Bahnschrift Condensed" panose="020B0502040204020203" pitchFamily="34" charset="0"/>
              </a:rPr>
              <a:t>собранный предмет увеличивает количество времени, позволяя дольше оставаться в игре.</a:t>
            </a:r>
          </a:p>
          <a:p>
            <a:r>
              <a:rPr lang="ru-RU" dirty="0">
                <a:solidFill>
                  <a:srgbClr val="9A0000"/>
                </a:solidFill>
                <a:latin typeface="Bahnschrift Condensed" panose="020B0502040204020203" pitchFamily="34" charset="0"/>
              </a:rPr>
              <a:t>Избегайте преследования: </a:t>
            </a:r>
            <a:r>
              <a:rPr lang="ru-RU" dirty="0" smtClean="0">
                <a:solidFill>
                  <a:srgbClr val="9A0000"/>
                </a:solidFill>
                <a:latin typeface="Bahnschrift Condensed" panose="020B0502040204020203" pitchFamily="34" charset="0"/>
              </a:rPr>
              <a:t>Монстры</a:t>
            </a:r>
            <a:r>
              <a:rPr lang="ru-RU" dirty="0">
                <a:solidFill>
                  <a:srgbClr val="9A0000"/>
                </a:solidFill>
                <a:latin typeface="Bahnschrift Condensed" panose="020B0502040204020203" pitchFamily="34" charset="0"/>
              </a:rPr>
              <a:t>, </a:t>
            </a:r>
            <a:r>
              <a:rPr lang="ru-RU" dirty="0" err="1">
                <a:solidFill>
                  <a:srgbClr val="9A0000"/>
                </a:solidFill>
                <a:latin typeface="Bahnschrift Condensed" panose="020B0502040204020203" pitchFamily="34" charset="0"/>
              </a:rPr>
              <a:t>спавнящиеся</a:t>
            </a:r>
            <a:r>
              <a:rPr lang="ru-RU" dirty="0">
                <a:solidFill>
                  <a:srgbClr val="9A0000"/>
                </a:solidFill>
                <a:latin typeface="Bahnschrift Condensed" panose="020B0502040204020203" pitchFamily="34" charset="0"/>
              </a:rPr>
              <a:t> в разных частях карты, активируются при приближении героя, создавая напряженную и динамичную игровую атмосферу</a:t>
            </a:r>
            <a:r>
              <a:rPr lang="ru-RU" dirty="0" smtClean="0">
                <a:solidFill>
                  <a:srgbClr val="9A0000"/>
                </a:solidFill>
                <a:latin typeface="Bahnschrift Condensed" panose="020B0502040204020203" pitchFamily="34" charset="0"/>
              </a:rPr>
              <a:t>.</a:t>
            </a:r>
            <a:endParaRPr lang="ru-RU" dirty="0">
              <a:solidFill>
                <a:srgbClr val="9A00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66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9683" y="3168447"/>
            <a:ext cx="4263044" cy="1325563"/>
          </a:xfrm>
        </p:spPr>
        <p:txBody>
          <a:bodyPr/>
          <a:lstStyle/>
          <a:p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Цель игры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9683" y="4494010"/>
            <a:ext cx="10515600" cy="2272550"/>
          </a:xfrm>
        </p:spPr>
        <p:txBody>
          <a:bodyPr/>
          <a:lstStyle/>
          <a:p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Долговечность: </a:t>
            </a:r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Цель </a:t>
            </a:r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игры — продержаться как можно дольше, уклоняясь от опасности и собирая монетки</a:t>
            </a:r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.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  <a:p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Визуальный </a:t>
            </a:r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стиль: Игра </a:t>
            </a:r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будет отличаться уникальной стилистикой, сочетая мрачные, но завораживающие визуальные элементы. Погрузитесь в мир, где каждый уголок наполнен атмосферой опасности и неизведанности.</a:t>
            </a:r>
          </a:p>
          <a:p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03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9392" y="223809"/>
            <a:ext cx="10515600" cy="1325563"/>
          </a:xfrm>
        </p:spPr>
        <p:txBody>
          <a:bodyPr/>
          <a:lstStyle/>
          <a:p>
            <a:r>
              <a:rPr lang="ru-RU" dirty="0" smtClean="0">
                <a:solidFill>
                  <a:srgbClr val="C00000"/>
                </a:solidFill>
                <a:latin typeface="Bahnschrift Condensed" panose="020B0502040204020203" pitchFamily="34" charset="0"/>
              </a:rPr>
              <a:t>Заключение</a:t>
            </a:r>
            <a:endParaRPr lang="ru-RU" dirty="0">
              <a:solidFill>
                <a:srgbClr val="C0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55813"/>
            <a:ext cx="3458095" cy="4351338"/>
          </a:xfrm>
        </p:spPr>
        <p:txBody>
          <a:bodyPr/>
          <a:lstStyle/>
          <a:p>
            <a:r>
              <a:rPr lang="ru-RU" dirty="0" smtClean="0">
                <a:solidFill>
                  <a:srgbClr val="C00000"/>
                </a:solidFill>
              </a:rPr>
              <a:t>"</a:t>
            </a:r>
            <a:r>
              <a:rPr lang="ru-RU" dirty="0" err="1">
                <a:solidFill>
                  <a:srgbClr val="C00000"/>
                </a:solidFill>
              </a:rPr>
              <a:t>Time's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Ticking</a:t>
            </a:r>
            <a:r>
              <a:rPr lang="ru-RU" dirty="0">
                <a:solidFill>
                  <a:srgbClr val="C00000"/>
                </a:solidFill>
              </a:rPr>
              <a:t>: </a:t>
            </a:r>
            <a:r>
              <a:rPr lang="ru-RU" dirty="0" err="1">
                <a:solidFill>
                  <a:srgbClr val="C00000"/>
                </a:solidFill>
              </a:rPr>
              <a:t>Apocalypse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Edition</a:t>
            </a:r>
            <a:r>
              <a:rPr lang="ru-RU" dirty="0">
                <a:solidFill>
                  <a:srgbClr val="C00000"/>
                </a:solidFill>
              </a:rPr>
              <a:t>" — это не просто игра, а испытание, где каждый выбор может стать решающим. Готовы ли вы к борьбе за выживание в этом беспощадном мире?</a:t>
            </a:r>
          </a:p>
          <a:p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271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230</Words>
  <Application>Microsoft Office PowerPoint</Application>
  <PresentationFormat>Широкоэкранный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Bahnschrift Condensed</vt:lpstr>
      <vt:lpstr>Calibri</vt:lpstr>
      <vt:lpstr>Calibri Light</vt:lpstr>
      <vt:lpstr>Тема Office</vt:lpstr>
      <vt:lpstr>Time's Ticking: Apocalypse Edition</vt:lpstr>
      <vt:lpstr>Сюжет</vt:lpstr>
      <vt:lpstr>Игровой процесс</vt:lpstr>
      <vt:lpstr>Цель игры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Time's Ticking: Apocalypse Edition</dc:title>
  <dc:creator>User</dc:creator>
  <cp:lastModifiedBy>User</cp:lastModifiedBy>
  <cp:revision>4</cp:revision>
  <dcterms:created xsi:type="dcterms:W3CDTF">2025-02-03T14:53:34Z</dcterms:created>
  <dcterms:modified xsi:type="dcterms:W3CDTF">2025-02-03T15:15:09Z</dcterms:modified>
</cp:coreProperties>
</file>